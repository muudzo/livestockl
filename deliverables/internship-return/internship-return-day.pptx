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RETURN DAY · MAY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left Leeuwarden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build a cattle marketplace.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weeks at Paynow Zimbabwe — what worked, what hurt, and what I wish someone had told me before I started looking.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  ·  CMD, Year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Tatenda Nyemudzo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Zimbabwean. CMD Year 3 at NHL Stenden. Spent the last nine weeks back home interning at Paynow.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743200"/>
            <a:ext cx="73152" cy="169164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880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Harare, Zimbabwe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83280" y="27432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2743200"/>
            <a:ext cx="73152" cy="169164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880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11880" y="320040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ZimLivestock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Paynow's stack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26480" y="27432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2743200"/>
            <a:ext cx="73152" cy="169164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2880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TALK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320040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you start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looking in June.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Here's the short cut.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 is Zimbabwe's Stripe.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most of the country doesn't have a credit card. So they built around mobile money — and around USSD prompts on feature phones.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8862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Zimbabwe's primary payment rail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26974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100+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3383280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38862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BillPay catalog (ZESA, schools, councils)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26480" y="26974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126480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26480" y="38862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Core, BillPay, TXT, Bisafe, Paab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built ZimLivestock —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marketplace for cattle, goats, and sheep, running on every product in Paynow's ecosystem.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3931920" cy="182880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5176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production app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Supabase, mobile-first PWA, live USSD payments. Real auctions, real money, real users.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2651760"/>
            <a:ext cx="3931920" cy="182880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65176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0" y="3108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42-page DX benchmark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02920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Core vs. Stripe, Paystack, Flutterwave, Pesepay, DPOpay across 7 categories. First-attempt evidence, no workarounds.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didn't get this through a job board.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wasn't on stagecmd@nhlstenden.com. They weren't recruiting interns at all. Here's what I did instead: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554480" y="24231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Picked the company first, the role second.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7432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wanted to work on Zimbabwean fintech specifically. The company list flowed from that — not the other way around.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554480" y="32004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Cold-reached the right person, not 'careers@'.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352044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 engineer on LinkedIn, sent one sharp email pitching a specific project I'd build for them. Not 'I want to learn'.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9776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554480" y="39776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Followed up. Twice.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54480" y="42976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students stop after the first email. Most companies miss the first email. The follow-up is where the conversation actually starts.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WISH I'D KNOWN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3840480" y="1554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where you can ship, not where you can observe.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840480" y="29260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or distant company will hand you the keys on week one. A big-brand agency will ask you to assist. For your CMD portfolio, ownership beats prestige. The work you do is the only thing the report can be about — pick a place that lets you actually do some.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WISH I'D KNOWN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3840480" y="1554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brief is ambiguous, that's the gift.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840480" y="29260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brief on day one was three lines. It scared me at first. By week three I realised the open-endedness was the most valuable thing my supervisor could have given me — every scoping decision was mine to make, every piece of work was mine to own. Don't try to get the brief locked down before you start. Get good at scoping.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WISH I'D KNOWN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3840480" y="1554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competences are broader than "design".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840480" y="29260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shipped UX flows. I also shipped system architecture, a 42-page research report, four payment integrations, and a live demo to company leadership. Every one of those mapped to an HBO-i competence. CMD's framework is broader than visual design — let the work be too.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WISH I'D KNOWN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3840480" y="1554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writing the report in week one.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840480" y="29260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tells you this. Everyone ignores it. Don't. Half my deliverables exist *because* I wrote them down weekly — not because I sat down at week 18 and tried to remember what happened. Treat the report as a journal you write towards, not a deliverable you write at the end.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LAST THING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Internships are leverage.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where you can actually pull on the lever.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me afterwards — happy to talk about cold-emailing payment companies, what an internship in Zimbabwe actually costs, how the CMD framework holds up when the work is mostly code, or anything else.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github.com/tatenda-source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Internship Return Day — Paynow Zimbabwe</dc:title>
  <dc:subject>PptxGenJS Presentation</dc:subject>
  <dc:creator>Tatenda Nyemudzo</dc:creator>
  <cp:lastModifiedBy>Tatenda Nyemudzo</cp:lastModifiedBy>
  <cp:revision>1</cp:revision>
  <dcterms:created xsi:type="dcterms:W3CDTF">2026-05-11T07:14:34Z</dcterms:created>
  <dcterms:modified xsi:type="dcterms:W3CDTF">2026-05-11T07:14:34Z</dcterms:modified>
</cp:coreProperties>
</file>