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D1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RETURN DAY · MAY 2026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5E6D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left Leeuwarden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640080" y="205740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i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 build a cattle marketplace.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640080" y="320040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FAA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Nine weeks at Paynow Zimbabwe — what worked, what hurt, and what I wish someone had told me before I started looking.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443484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Tatenda Nyemudzo  ·  CMD, Year 3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E6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D1B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Tatenda Nyemudzo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1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Zimbabwean. CMD Year 3 at NHL Stenden. Spent the last nine weeks back home interning at Paynow.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743200"/>
            <a:ext cx="260604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2743200"/>
            <a:ext cx="73152" cy="169164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288036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7A4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68680" y="3200400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1B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Harare, Zimbabwe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383280" y="2743200"/>
            <a:ext cx="260604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83280" y="2743200"/>
            <a:ext cx="73152" cy="169164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12" name="Text 10"/>
          <p:cNvSpPr/>
          <p:nvPr/>
        </p:nvSpPr>
        <p:spPr>
          <a:xfrm>
            <a:off x="3611880" y="288036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7A4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611880" y="3200400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1B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Building ZimLivestock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D1B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 Paynow's stack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126480" y="2743200"/>
            <a:ext cx="260604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0" y="2743200"/>
            <a:ext cx="73152" cy="169164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16" name="Text 14"/>
          <p:cNvSpPr/>
          <p:nvPr/>
        </p:nvSpPr>
        <p:spPr>
          <a:xfrm>
            <a:off x="6355080" y="288036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7A4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TALK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355080" y="3200400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1B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Most of you start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D1B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looking in June.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D1B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Here's the short cut.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57200" y="480060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4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Tatenda Nyemudzo</a:t>
            </a:r>
            <a:pPr indent="0" marL="0">
              <a:buNone/>
            </a:pPr>
            <a:r>
              <a:rPr lang="en-US" sz="900" dirty="0">
                <a:solidFill>
                  <a:srgbClr val="7A4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900" dirty="0">
                <a:solidFill>
                  <a:srgbClr val="7A4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NHL Stenden CMD · Internship Return Day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229600" y="480060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4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E6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COMPANY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D1B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Paynow is Zimbabwe's Stripe.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A4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 most of the country doesn't have a credit card. So they built around mobile money — and around USSD prompts on feature phones.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269748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640080" y="361188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1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388620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4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Zimbabwe's primary payment rail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383280" y="269748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100+</a:t>
            </a:r>
            <a:endParaRPr lang="en-US" sz="6000" dirty="0"/>
          </a:p>
        </p:txBody>
      </p:sp>
      <p:sp>
        <p:nvSpPr>
          <p:cNvPr id="10" name="Text 8"/>
          <p:cNvSpPr/>
          <p:nvPr/>
        </p:nvSpPr>
        <p:spPr>
          <a:xfrm>
            <a:off x="3383280" y="361188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1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billers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383280" y="388620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4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BillPay catalog (ZESA, schools, councils)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126480" y="269748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6000" dirty="0"/>
          </a:p>
        </p:txBody>
      </p:sp>
      <p:sp>
        <p:nvSpPr>
          <p:cNvPr id="13" name="Text 11"/>
          <p:cNvSpPr/>
          <p:nvPr/>
        </p:nvSpPr>
        <p:spPr>
          <a:xfrm>
            <a:off x="6126480" y="361188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1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126480" y="388620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4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Core, BillPay, TXT, Bisafe, Paab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480060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4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Tatenda Nyemudzo</a:t>
            </a:r>
            <a:pPr indent="0" marL="0">
              <a:buNone/>
            </a:pPr>
            <a:r>
              <a:rPr lang="en-US" sz="900" dirty="0">
                <a:solidFill>
                  <a:srgbClr val="7A4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900" dirty="0">
                <a:solidFill>
                  <a:srgbClr val="7A4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NHL Stenden CMD · Internship Return Day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229600" y="480060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4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E6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D1B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built ZimLivestock —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7863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A4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built to be sold to Zimbabwean auction houses, running on every product in Paynow's ecosystem.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468880"/>
            <a:ext cx="3931920" cy="1600200"/>
          </a:xfrm>
          <a:prstGeom prst="rect">
            <a:avLst/>
          </a:prstGeom>
          <a:solidFill>
            <a:srgbClr val="2D1B1A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2468880"/>
            <a:ext cx="73152" cy="160020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25786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68680" y="28803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E6D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production app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868680" y="3337560"/>
            <a:ext cx="3657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FAA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Supabase, mobile-first PWA, live USSD payments. Real auctions, real money, real users.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800600" y="2468880"/>
            <a:ext cx="3931920" cy="1600200"/>
          </a:xfrm>
          <a:prstGeom prst="rect">
            <a:avLst/>
          </a:prstGeom>
          <a:solidFill>
            <a:srgbClr val="2D1B1A"/>
          </a:solidFill>
          <a:ln/>
        </p:spPr>
      </p:sp>
      <p:sp>
        <p:nvSpPr>
          <p:cNvPr id="12" name="Shape 10"/>
          <p:cNvSpPr/>
          <p:nvPr/>
        </p:nvSpPr>
        <p:spPr>
          <a:xfrm>
            <a:off x="4800600" y="2468880"/>
            <a:ext cx="73152" cy="160020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0" y="25786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29200" y="28803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E6D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42-page DX benchmark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5029200" y="3337560"/>
            <a:ext cx="3657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FAA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Paynow Core vs. Stripe, Paystack, Flutterwave, Pesepay, DPOpay across 7 categories. First-attempt evidence, no workarounds.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" y="42976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pPr indent="0" marL="0">
              <a:buNone/>
            </a:pPr>
            <a:r>
              <a:rPr lang="en-US" sz="1400" i="1" dirty="0">
                <a:solidFill>
                  <a:srgbClr val="2D1B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Don't build a thesis. Build software you can sell.</a:t>
            </a:r>
            <a:pPr indent="0" marL="0">
              <a:buNone/>
            </a:pPr>
            <a:r>
              <a:rPr lang="en-US" sz="22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”</a:t>
            </a:r>
            <a:pPr indent="0" marL="0">
              <a:buNone/>
            </a:pPr>
            <a:r>
              <a:rPr lang="en-US" sz="1300" dirty="0">
                <a:solidFill>
                  <a:srgbClr val="7A4F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 — my Paynow MD, on why this project exists.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7200" y="480060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4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Tatenda Nyemudzo</a:t>
            </a:r>
            <a:pPr indent="0" marL="0">
              <a:buNone/>
            </a:pPr>
            <a:r>
              <a:rPr lang="en-US" sz="900" dirty="0">
                <a:solidFill>
                  <a:srgbClr val="7A4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900" dirty="0">
                <a:solidFill>
                  <a:srgbClr val="7A4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NHL Stenden CMD · Internship Return Day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229600" y="480060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4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E6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APPLICATION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1B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didn't get this through a job board.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50876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4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Paynow wasn't on stagecmd@nhlstenden.com. They weren't recruiting interns at all. Here's what I did instead: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42316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1554480" y="2423160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D1B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Picked the company first, the role second.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554480" y="2743200"/>
            <a:ext cx="7040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4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wanted to work on Zimbabwean fintech specifically. The company list flowed from that — not the other way around.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320040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1554480" y="3200400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D1B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Cold-reached the right person, not 'careers@'.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554480" y="3520440"/>
            <a:ext cx="7040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4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 an engineer on LinkedIn, sent one sharp email pitching a specific project I'd build for them. Not 'I want to learn'.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397764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1554480" y="3977640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D1B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Followed up. Twice.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554480" y="4297680"/>
            <a:ext cx="7040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4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students stop after the first email. Most companies miss the first email. The follow-up is where the conversation actually starts.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480060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4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Tatenda Nyemudzo</a:t>
            </a:r>
            <a:pPr indent="0" marL="0">
              <a:buNone/>
            </a:pPr>
            <a:r>
              <a:rPr lang="en-US" sz="900" dirty="0">
                <a:solidFill>
                  <a:srgbClr val="7A4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900" dirty="0">
                <a:solidFill>
                  <a:srgbClr val="7A4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NHL Stenden CMD · Internship Return Day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229600" y="480060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4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E6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WISH I'D KNOWN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1005840"/>
            <a:ext cx="39319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8000" dirty="0"/>
          </a:p>
        </p:txBody>
      </p:sp>
      <p:sp>
        <p:nvSpPr>
          <p:cNvPr id="5" name="Text 3"/>
          <p:cNvSpPr/>
          <p:nvPr/>
        </p:nvSpPr>
        <p:spPr>
          <a:xfrm>
            <a:off x="4572000" y="1554480"/>
            <a:ext cx="4114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1B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Pick where you can ship, not where you can observe.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0" y="2926080"/>
            <a:ext cx="4114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4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or distant company will hand you the keys on week one. A big-brand agency will ask you to assist. For your CMD portfolio, ownership beats prestige. The work you do is the only thing the report can be about — pick a place that lets you actually do some.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480060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4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Tatenda Nyemudzo</a:t>
            </a:r>
            <a:pPr indent="0" marL="0">
              <a:buNone/>
            </a:pPr>
            <a:r>
              <a:rPr lang="en-US" sz="900" dirty="0">
                <a:solidFill>
                  <a:srgbClr val="7A4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900" dirty="0">
                <a:solidFill>
                  <a:srgbClr val="7A4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NHL Stenden CMD · Internship Return Day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0" y="480060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4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E6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WISH I'D KNOWN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1005840"/>
            <a:ext cx="39319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8000" dirty="0"/>
          </a:p>
        </p:txBody>
      </p:sp>
      <p:sp>
        <p:nvSpPr>
          <p:cNvPr id="5" name="Text 3"/>
          <p:cNvSpPr/>
          <p:nvPr/>
        </p:nvSpPr>
        <p:spPr>
          <a:xfrm>
            <a:off x="4572000" y="1554480"/>
            <a:ext cx="4114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1B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If the brief is ambiguous, that's the gift.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0" y="2926080"/>
            <a:ext cx="4114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4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brief on day one was three lines. It scared me at first. By week three I realised the open-endedness was the most valuable thing my supervisor could have given me — every scoping decision was mine to make, every piece of work was mine to own. Don't try to get the brief locked down before you start. Get good at scoping.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480060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4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Tatenda Nyemudzo</a:t>
            </a:r>
            <a:pPr indent="0" marL="0">
              <a:buNone/>
            </a:pPr>
            <a:r>
              <a:rPr lang="en-US" sz="900" dirty="0">
                <a:solidFill>
                  <a:srgbClr val="7A4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900" dirty="0">
                <a:solidFill>
                  <a:srgbClr val="7A4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NHL Stenden CMD · Internship Return Day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0" y="480060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4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E6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WISH I'D KNOWN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1005840"/>
            <a:ext cx="39319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8000" dirty="0"/>
          </a:p>
        </p:txBody>
      </p:sp>
      <p:sp>
        <p:nvSpPr>
          <p:cNvPr id="5" name="Text 3"/>
          <p:cNvSpPr/>
          <p:nvPr/>
        </p:nvSpPr>
        <p:spPr>
          <a:xfrm>
            <a:off x="4572000" y="1554480"/>
            <a:ext cx="4114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1B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competences are broader than "design".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0" y="2926080"/>
            <a:ext cx="4114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4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shipped UX flows. I also shipped system architecture, a 42-page research report, four payment integrations, and a live demo to company leadership. Every one of those mapped to an HBO-i competence. CMD's framework is broader than visual design — let the work be too.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480060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4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Tatenda Nyemudzo</a:t>
            </a:r>
            <a:pPr indent="0" marL="0">
              <a:buNone/>
            </a:pPr>
            <a:r>
              <a:rPr lang="en-US" sz="900" dirty="0">
                <a:solidFill>
                  <a:srgbClr val="7A4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900" dirty="0">
                <a:solidFill>
                  <a:srgbClr val="7A4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NHL Stenden CMD · Internship Return Day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0" y="480060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4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E6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WISH I'D KNOWN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1005840"/>
            <a:ext cx="39319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8000" dirty="0"/>
          </a:p>
        </p:txBody>
      </p:sp>
      <p:sp>
        <p:nvSpPr>
          <p:cNvPr id="5" name="Text 3"/>
          <p:cNvSpPr/>
          <p:nvPr/>
        </p:nvSpPr>
        <p:spPr>
          <a:xfrm>
            <a:off x="4572000" y="1554480"/>
            <a:ext cx="4114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1B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Start writing the report in week one.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0" y="2926080"/>
            <a:ext cx="4114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4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 tells you this. Everyone ignores it. Don't. Half my deliverables exist *because* I wrote them down weekly — not because I sat down at week 18 and tried to remember what happened. Treat the report as a journal you write towards, not a deliverable you write at the end.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480060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4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Tatenda Nyemudzo</a:t>
            </a:r>
            <a:pPr indent="0" marL="0">
              <a:buNone/>
            </a:pPr>
            <a:r>
              <a:rPr lang="en-US" sz="900" dirty="0">
                <a:solidFill>
                  <a:srgbClr val="7A4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900" dirty="0">
                <a:solidFill>
                  <a:srgbClr val="7A4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NHL Stenden CMD · Internship Return Day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0" y="480060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4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D1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LAST THING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5E6D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Internships are leverage.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640080" y="210312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i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Pick where you can actually pull on the lever.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40080" y="352044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FAA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me afterwards — happy to talk about cold-emailing payment companies, what an internship in Zimbabwe actually costs, how the CMD framework holds up when the work is mostly code, or anything else.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466344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Tatenda Nyemudzo</a:t>
            </a:r>
            <a:pPr indent="0" marL="0">
              <a:buNone/>
            </a:pPr>
            <a:r>
              <a:rPr lang="en-US" sz="1200" dirty="0">
                <a:solidFill>
                  <a:srgbClr val="BFAA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indent="0" marL="0">
              <a:buNone/>
            </a:pPr>
            <a:r>
              <a:rPr lang="en-US" sz="1200" dirty="0">
                <a:solidFill>
                  <a:srgbClr val="BFAA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github.com/tatenda-source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Internship Return Day — Paynow Zimbabwe</dc:title>
  <dc:subject>PptxGenJS Presentation</dc:subject>
  <dc:creator>Tatenda Nyemudzo</dc:creator>
  <cp:lastModifiedBy>Tatenda Nyemudzo</cp:lastModifiedBy>
  <cp:revision>1</cp:revision>
  <dcterms:created xsi:type="dcterms:W3CDTF">2026-05-11T07:54:50Z</dcterms:created>
  <dcterms:modified xsi:type="dcterms:W3CDTF">2026-05-11T07:54:50Z</dcterms:modified>
</cp:coreProperties>
</file>