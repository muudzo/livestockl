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MAY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you can sell.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professional-service product for Zimbabwean livestock auction houses, built on the Paynow ecosystem.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12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Paynow internship  · 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Zimbabwean auction houses leave money on the floor every Saturday.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findings from a real field visit in March 2026, ranked by what they cost the auction house owner.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8745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31720"/>
            <a:ext cx="54864" cy="21945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US$1k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gate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serious buyers — but locks out the marginal bidder who'd push the price up by 5%.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2331720"/>
            <a:ext cx="18745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2331720"/>
            <a:ext cx="54864" cy="21945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83464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fees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34290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enough that sub-$500 trades route around the auction via WhatsApp groups.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18745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31720"/>
            <a:ext cx="54864" cy="21945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84632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constable bottleneck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clearance is paper-based and in-person. Physically caps every sale day.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331720"/>
            <a:ext cx="18745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2331720"/>
            <a:ext cx="54864" cy="21945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5800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list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34290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Saturday's buyers walk out the door. No digital footprint, no next-week SMS.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188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PITCH TO PAYNOW MD  ·  MAY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18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digital floor running under the auction house's own brand 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 named team running it on their behalf.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496312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listings + asynchronous bidding under the auction house's name.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34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settlement, BillPay biller-inbound, EcoCash USSD, SMS notifications — every product in the ecosystem.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10712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91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Bisafe escrow replaces the US$1,000 cash deposit. Remote bidders become real bidders.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67912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49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Constable workflow tool turns paper clearance into a chain-of-custody record.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25112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buyer's phone number stays with the auction house — a remarketing list for next Saturday's sale.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188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PITCH TO PAYNOW MD  ·  MAY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4818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sell an engagement, not a licence.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lines, each tied to a different unit of value we deliver.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06040" cy="224028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286000"/>
            <a:ext cx="73152" cy="22402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23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$5,000 – $12,000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branded skin, data migration, Paynow integration, training day on the floor.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2286000"/>
            <a:ext cx="2606040" cy="224028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2286000"/>
            <a:ext cx="73152" cy="22402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2423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$1,200 – $2,500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61188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operate the platform on their behalf. Monitoring, support, reconciliation, monthly reports.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2286000"/>
            <a:ext cx="2606040" cy="224028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2286000"/>
            <a:ext cx="73152" cy="22402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423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SURCHARGE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5508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settled GMV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long-term incentives. Smaller than a SaaS commission because the retainer carries the load.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8188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PITCH TO PAYNOW MD  ·  MAY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18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"Mr. Mawere."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drawn from field-research conversations with real Zim auction-house owners. And the bookkeeper who has to approve every cent.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50-something, third-generation auction-house owner outside Harare.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floor every Saturday. Knows the regular buyers by name.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into EcoCash three years ago. Won't run his own SaaS.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on: keeps his brand? brings new buyers? when does the money land?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2286000"/>
            <a:ext cx="35661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2286000"/>
            <a:ext cx="73152" cy="2286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2423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 WILL BUY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2743200"/>
            <a:ext cx="3246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people-attached engagement, not a portal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retainer that pays our team to run it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small tx surcharge — shared upside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12-month commitment, not a multi-year lock-in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188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PITCH TO PAYNOW MD  ·  MAY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18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sit in the empty quadrant.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554480" y="1874520"/>
            <a:ext cx="64008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7A4F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874520"/>
            <a:ext cx="0" cy="2606040"/>
          </a:xfrm>
          <a:prstGeom prst="line">
            <a:avLst/>
          </a:prstGeom>
          <a:noFill/>
          <a:ln w="6350">
            <a:solidFill>
              <a:srgbClr val="7A4F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3177540"/>
            <a:ext cx="6400800" cy="0"/>
          </a:xfrm>
          <a:prstGeom prst="line">
            <a:avLst/>
          </a:prstGeom>
          <a:noFill/>
          <a:ln w="6350">
            <a:solidFill>
              <a:srgbClr val="7A4F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4526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ZIMBABWE 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8229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RUN-IT-FOR-YOU 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94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platforms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(AuctionsPlus, LMA)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240280"/>
            <a:ext cx="1463040" cy="594360"/>
          </a:xfrm>
          <a:prstGeom prst="ellipse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240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ZimLivestock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35433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marketplaces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Classifieds)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5433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groups + physical floors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188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PITCH TO PAYNOW MD  ·  MAY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4818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~$35,000 per house, recurring, by year 2.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numbers for a mid-tier auction house at 70% platform penetration. The model is high-revenue / low-volume — fewer customers, deeper relationships.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24231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24231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(×12)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24231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surcharge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24231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yr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90088"/>
            <a:ext cx="78638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2724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12724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$8,000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31272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$18,000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31272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$4,800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312724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$30,800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78561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378561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74720" y="37856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$24,000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12080" y="37856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$11,200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378561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$35,200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break-even:  </a:t>
            </a:r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engaged houses ≈ $130k/yr (covers infra + 2 salaries).  6 houses ≈ $260k/yr — default-alive.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188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PITCH TO PAYNOW MD  ·  MAY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18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Founder-led, relationship-led, Paynow-channelled.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engagements in year one. Six in year two. Operations capacity gates everything — sales velocity is deliberately throttled.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signed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Harare-area auction house. Paid engagement, discounted from list. Reference customer.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2331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2606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Category, not customer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 2 + 3. First case study. Paynow formalises us as their vertical solution.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2331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2606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houses, default-alive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26480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$250k+ recurring on Zimbabwe alone. Discovery begins in second market.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200" i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 ZimLivestock as Paynow's vertical solution for livestock — reciprocal: we grow their GMV, they grow our pipeline.</a:t>
            </a:r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188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PITCH TO PAYNOW MD  ·  MAY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4818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not asking you to fund development.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asking you to deploy what's running.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441448"/>
            <a:ext cx="201168" cy="201168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React + Supabase PWA</a:t>
            </a:r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production, mobile-first, USSD-friendly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201168" cy="201168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70662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Core Express Checkout</a:t>
            </a:r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demoed end-to-end with real USSD prompts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99816"/>
            <a:ext cx="201168" cy="201168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72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303580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BillPay biller-inbound API</a:t>
            </a:r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coded this week, awaiting Paynow IPs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201168" cy="201168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01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36499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TXT.co.zw SMS notifications</a:t>
            </a:r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live in production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758184"/>
            <a:ext cx="201168" cy="201168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30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69417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auto-buy demo</a:t>
            </a:r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demoed to Paynow leadership 2026-05-08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87368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4F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02336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Bisafe escrow integration</a:t>
            </a:r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designed, awaiting Paynow Bisafe spec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416552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4F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35254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Paab cash-collection integration</a:t>
            </a:r>
            <a:pPr indent="0" marL="0">
              <a:buNone/>
            </a:pPr>
            <a:r>
              <a:rPr lang="en-US" sz="11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designed, awaiting Paynow Paab spec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188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PITCH TO PAYNOW MD  ·  MAY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4818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paid 90-day pilot.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Harare-area auction house. Paynow listed as payment partner.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606040" cy="1188720"/>
          </a:xfrm>
          <a:prstGeom prst="rect">
            <a:avLst/>
          </a:prstGeom>
          <a:solidFill>
            <a:srgbClr val="F5E6D3">
              <a:alpha val="10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from $8k list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606040"/>
            <a:ext cx="2606040" cy="1188720"/>
          </a:xfrm>
          <a:prstGeom prst="rect">
            <a:avLst/>
          </a:prstGeom>
          <a:solidFill>
            <a:srgbClr val="F5E6D3">
              <a:alpha val="10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971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$1,200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/month, month-to-month for pilot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606040"/>
            <a:ext cx="2606040" cy="1188720"/>
          </a:xfrm>
          <a:prstGeom prst="rect">
            <a:avLst/>
          </a:prstGeom>
          <a:solidFill>
            <a:srgbClr val="F5E6D3">
              <a:alpha val="10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971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settled GMV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at day 90: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≥30% of a sale-day's GMV through the platform.    </a:t>
            </a:r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12-month commitment signed.    </a:t>
            </a:r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Reference customer.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KILL THIS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real risks, each with a mitigation we've already chosen.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7863840" cy="0"/>
          </a:xfrm>
          <a:prstGeom prst="line">
            <a:avLst/>
          </a:prstGeom>
          <a:noFill/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8056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WE'VE ALREADY DE-RISKED 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 capacity bottlenecks before sales does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233172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ops lead by engagement #2, not #4. Don't sell what we can't run.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43784"/>
            <a:ext cx="7863840" cy="0"/>
          </a:xfrm>
          <a:prstGeom prst="line">
            <a:avLst/>
          </a:prstGeom>
          <a:noFill/>
          <a:ln w="3810">
            <a:solidFill>
              <a:srgbClr val="7A4F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43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Paynow channel goes cold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84378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Multi-rail product — EcoCash USSD direct + Stripe diaspora as fallback.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55848"/>
            <a:ext cx="7863840" cy="0"/>
          </a:xfrm>
          <a:prstGeom prst="line">
            <a:avLst/>
          </a:prstGeom>
          <a:noFill/>
          <a:ln w="3810">
            <a:solidFill>
              <a:srgbClr val="7A4F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558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customer churns publicly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35584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High-touch first 3 months is non-negotiable. Treat #1 like a founding investor.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67912"/>
            <a:ext cx="7863840" cy="0"/>
          </a:xfrm>
          <a:prstGeom prst="line">
            <a:avLst/>
          </a:prstGeom>
          <a:noFill/>
          <a:ln w="3810">
            <a:solidFill>
              <a:srgbClr val="7A4F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6791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runs everything until burnout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86791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ops + BD by engagement #3. Founder on Tier A only by month 12.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379976"/>
            <a:ext cx="7863840" cy="0"/>
          </a:xfrm>
          <a:prstGeom prst="line">
            <a:avLst/>
          </a:prstGeom>
          <a:noFill/>
          <a:ln w="3810">
            <a:solidFill>
              <a:srgbClr val="7A4F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7997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Currency volatility wipes out unit economics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437997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pricing in USD. Tx surcharge invoiced in USD equiv of ZIG/ZWL settled.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188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PITCH TO PAYNOW MD  ·  MAY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18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PARAGRAPH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are roughly 50 livestock auction houses in Zimbabwe. 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of them have a digital floor that runs under their own brand, with Paynow settlement built in. 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have one — already shipping — and we can deploy it for them, train their team, and run it on their behalf. 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looking for </a:t>
            </a:r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pilot engagement, $5,000 plus a $1,200 monthly retainer,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prove the playbook.  Three engagements take us to break-even.  Six take us to default-alive.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build a thesis. Build software you can sell.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you, on my second week at Paynow.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12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dev@paynow.co.zw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ZimLivestock — Pitch to Paynow MD</dc:title>
  <dc:subject>PptxGenJS Presentation</dc:subject>
  <dc:creator>Tatenda Nyemudzo</dc:creator>
  <cp:lastModifiedBy>Tatenda Nyemudzo</cp:lastModifiedBy>
  <cp:revision>1</cp:revision>
  <dcterms:created xsi:type="dcterms:W3CDTF">2026-05-11T09:23:49Z</dcterms:created>
  <dcterms:modified xsi:type="dcterms:W3CDTF">2026-05-11T09:23:49Z</dcterms:modified>
</cp:coreProperties>
</file>