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D1B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D4A843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502920"/>
            <a:ext cx="7863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D4A8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MIMOO  ·  LIVESTOCK AUCTIONS, SETTLED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640080" y="1097280"/>
            <a:ext cx="78638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3700" b="1" dirty="0">
                <a:solidFill>
                  <a:srgbClr val="F5E6D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My father loves cattle.</a:t>
            </a:r>
            <a:endParaRPr lang="en-US" sz="3700" dirty="0"/>
          </a:p>
          <a:p>
            <a:pPr indent="0" marL="0">
              <a:lnSpc>
                <a:spcPct val="102000"/>
              </a:lnSpc>
              <a:buNone/>
            </a:pPr>
            <a:r>
              <a:rPr lang="en-US" sz="3700" b="1" dirty="0">
                <a:solidFill>
                  <a:srgbClr val="F5E6D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He just can't get to the auction.</a:t>
            </a:r>
            <a:endParaRPr lang="en-US" sz="3700" dirty="0"/>
          </a:p>
        </p:txBody>
      </p:sp>
      <p:sp>
        <p:nvSpPr>
          <p:cNvPr id="5" name="Text 3"/>
          <p:cNvSpPr/>
          <p:nvPr/>
        </p:nvSpPr>
        <p:spPr>
          <a:xfrm>
            <a:off x="640080" y="2697480"/>
            <a:ext cx="7772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500" dirty="0">
                <a:solidFill>
                  <a:srgbClr val="F5E6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He's a Director of Finance at the Reserve Bank. His heart is in the herd — but he's never free on a sale-day Tuesday. So he buys blind on WhatsApp, and overpays.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640080" y="3456432"/>
            <a:ext cx="7772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00" i="1" dirty="0">
                <a:solidFill>
                  <a:srgbClr val="EADB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There are thousands like him — doctors, engineers, civil servants, the diaspora. People with the money and the love for cattle, locked out by one thing: they can't be in the room.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640080" y="4315968"/>
            <a:ext cx="7863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i="1" dirty="0">
                <a:solidFill>
                  <a:srgbClr val="D4A84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That missing buyer is the demand leaking off your floor.</a:t>
            </a:r>
            <a:endParaRPr lang="en-US" sz="15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E6D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D4A843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457200"/>
            <a:ext cx="7772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640080" y="868680"/>
            <a:ext cx="7955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2600" b="1" dirty="0">
                <a:solidFill>
                  <a:srgbClr val="2D1B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Your room is only as strong as who's in it.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640080" y="1737360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7A4F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sale day, the buyers who can't make the deposit or the drive don't disappear — they go to a group chat that can't even guarantee payment.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40080" y="2331720"/>
            <a:ext cx="2606040" cy="2148840"/>
          </a:xfrm>
          <a:prstGeom prst="rect">
            <a:avLst/>
          </a:prstGeom>
          <a:solidFill>
            <a:srgbClr val="2D1B1A"/>
          </a:solidFill>
          <a:ln/>
        </p:spPr>
      </p:sp>
      <p:sp>
        <p:nvSpPr>
          <p:cNvPr id="7" name="Shape 5"/>
          <p:cNvSpPr/>
          <p:nvPr/>
        </p:nvSpPr>
        <p:spPr>
          <a:xfrm>
            <a:off x="640080" y="2331720"/>
            <a:ext cx="73152" cy="2148840"/>
          </a:xfrm>
          <a:prstGeom prst="rect">
            <a:avLst/>
          </a:prstGeom>
          <a:solidFill>
            <a:srgbClr val="B85042"/>
          </a:solidFill>
          <a:ln/>
        </p:spPr>
      </p:sp>
      <p:sp>
        <p:nvSpPr>
          <p:cNvPr id="8" name="Text 6"/>
          <p:cNvSpPr/>
          <p:nvPr/>
        </p:nvSpPr>
        <p:spPr>
          <a:xfrm>
            <a:off x="868680" y="2505456"/>
            <a:ext cx="21945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200" b="1" spc="100" kern="0" dirty="0">
                <a:solidFill>
                  <a:srgbClr val="D4A8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BUYERS YOU CAN'T REACH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868680" y="3090672"/>
            <a:ext cx="2194560" cy="1298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F5E6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Professionals, the diaspora, remote farmers — real money, kept out by distance and a US$1,000 deposit they'll never post for one beast.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3383280" y="2331720"/>
            <a:ext cx="2606040" cy="2148840"/>
          </a:xfrm>
          <a:prstGeom prst="rect">
            <a:avLst/>
          </a:prstGeom>
          <a:solidFill>
            <a:srgbClr val="2D1B1A"/>
          </a:solidFill>
          <a:ln/>
        </p:spPr>
      </p:sp>
      <p:sp>
        <p:nvSpPr>
          <p:cNvPr id="11" name="Shape 9"/>
          <p:cNvSpPr/>
          <p:nvPr/>
        </p:nvSpPr>
        <p:spPr>
          <a:xfrm>
            <a:off x="3383280" y="2331720"/>
            <a:ext cx="73152" cy="2148840"/>
          </a:xfrm>
          <a:prstGeom prst="rect">
            <a:avLst/>
          </a:prstGeom>
          <a:solidFill>
            <a:srgbClr val="B85042"/>
          </a:solidFill>
          <a:ln/>
        </p:spPr>
      </p:sp>
      <p:sp>
        <p:nvSpPr>
          <p:cNvPr id="12" name="Text 10"/>
          <p:cNvSpPr/>
          <p:nvPr/>
        </p:nvSpPr>
        <p:spPr>
          <a:xfrm>
            <a:off x="3611880" y="2505456"/>
            <a:ext cx="21945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200" b="1" spc="100" kern="0" dirty="0">
                <a:solidFill>
                  <a:srgbClr val="D4A8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LEAK TO WHATSAPP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3611880" y="3090672"/>
            <a:ext cx="2194560" cy="1298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F5E6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Unsettled, unverified, lower prices. Trades that should clear on your floor happen in a group chat — and your commission never sees them.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6126480" y="2331720"/>
            <a:ext cx="2606040" cy="2148840"/>
          </a:xfrm>
          <a:prstGeom prst="rect">
            <a:avLst/>
          </a:prstGeom>
          <a:solidFill>
            <a:srgbClr val="2D1B1A"/>
          </a:solidFill>
          <a:ln/>
        </p:spPr>
      </p:sp>
      <p:sp>
        <p:nvSpPr>
          <p:cNvPr id="15" name="Shape 13"/>
          <p:cNvSpPr/>
          <p:nvPr/>
        </p:nvSpPr>
        <p:spPr>
          <a:xfrm>
            <a:off x="6126480" y="2331720"/>
            <a:ext cx="73152" cy="2148840"/>
          </a:xfrm>
          <a:prstGeom prst="rect">
            <a:avLst/>
          </a:prstGeom>
          <a:solidFill>
            <a:srgbClr val="B85042"/>
          </a:solidFill>
          <a:ln/>
        </p:spPr>
      </p:sp>
      <p:sp>
        <p:nvSpPr>
          <p:cNvPr id="16" name="Text 14"/>
          <p:cNvSpPr/>
          <p:nvPr/>
        </p:nvSpPr>
        <p:spPr>
          <a:xfrm>
            <a:off x="6355080" y="2505456"/>
            <a:ext cx="21945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200" b="1" spc="100" kern="0" dirty="0">
                <a:solidFill>
                  <a:srgbClr val="D4A8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CASH &amp; NO-SHOW DRAG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6355080" y="3090672"/>
            <a:ext cx="2194560" cy="1298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F5E6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Cash handling, no-shows, slow payouts. Friction that eats your sale day and chips at the trust your floor is built on.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457200" y="4846320"/>
            <a:ext cx="7315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spc="300" kern="0" dirty="0">
                <a:solidFill>
                  <a:srgbClr val="7A4F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MIMOO  ·  FOR ZIMBABWE'S AUCTION HOUSES  ·  2026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8229600" y="4846320"/>
            <a:ext cx="5486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7A4F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6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5E6D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D4A843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457200"/>
            <a:ext cx="7772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MONEY ON THE TABLE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640080" y="868680"/>
            <a:ext cx="7955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2600" b="1" dirty="0">
                <a:solidFill>
                  <a:srgbClr val="2D1B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US$480,000 a year never reaches your room.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640080" y="1737360"/>
            <a:ext cx="7863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7A4F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anchor house clears ~US$4.8M across the floor a year. The locked-out buyers are demand worth roughly a tenth of it — that never settles with you.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40080" y="2423160"/>
            <a:ext cx="3200400" cy="1737360"/>
          </a:xfrm>
          <a:prstGeom prst="rect">
            <a:avLst/>
          </a:prstGeom>
          <a:solidFill>
            <a:srgbClr val="2D1B1A"/>
          </a:solidFill>
          <a:ln/>
        </p:spPr>
      </p:sp>
      <p:sp>
        <p:nvSpPr>
          <p:cNvPr id="7" name="Text 5"/>
          <p:cNvSpPr/>
          <p:nvPr/>
        </p:nvSpPr>
        <p:spPr>
          <a:xfrm>
            <a:off x="731520" y="2606040"/>
            <a:ext cx="30175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D4A84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US$480K</a:t>
            </a:r>
            <a:endParaRPr lang="en-US" sz="4200" dirty="0"/>
          </a:p>
        </p:txBody>
      </p:sp>
      <p:sp>
        <p:nvSpPr>
          <p:cNvPr id="8" name="Text 6"/>
          <p:cNvSpPr/>
          <p:nvPr/>
        </p:nvSpPr>
        <p:spPr>
          <a:xfrm>
            <a:off x="868680" y="3401568"/>
            <a:ext cx="2743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3000"/>
              </a:lnSpc>
              <a:buNone/>
            </a:pPr>
            <a:r>
              <a:rPr lang="en-US" sz="1100" dirty="0">
                <a:solidFill>
                  <a:srgbClr val="F5E6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demand leaking off an anchor floor every year — gone to WhatsApp, or never traded at all.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160520" y="2468880"/>
            <a:ext cx="1600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B8504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US$4.8M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5806440" y="2468880"/>
            <a:ext cx="2788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2D1B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floor's GMV a year (≈US$100k × 48 sale-days)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160520" y="3017520"/>
            <a:ext cx="1600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B8504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~10%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5806440" y="3017520"/>
            <a:ext cx="2788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2D1B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locked-out demand that never reaches you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160520" y="3566160"/>
            <a:ext cx="1600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B8504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Recapture ½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5806440" y="3566160"/>
            <a:ext cx="2788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2D1B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≈ US$29K more commission a year, at 12%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160520" y="4114800"/>
            <a:ext cx="4434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2D1B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Mimoo costs US$18K a year. </a:t>
            </a:r>
            <a:pPr indent="0" marL="0">
              <a:lnSpc>
                <a:spcPct val="100000"/>
              </a:lnSpc>
              <a:buNone/>
            </a:pPr>
            <a:r>
              <a:rPr lang="en-US" sz="1200" i="1" dirty="0">
                <a:solidFill>
                  <a:srgbClr val="7A4F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math isn't close — and a fuller room lifts prices on everything else you sell.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640080" y="4315968"/>
            <a:ext cx="3246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900" i="1" dirty="0">
                <a:solidFill>
                  <a:srgbClr val="7A4F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Illustrative for a US$80–120k sale-day house. We'll run your real numbers on the pilot.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457200" y="4846320"/>
            <a:ext cx="7315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spc="300" kern="0" dirty="0">
                <a:solidFill>
                  <a:srgbClr val="7A4F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MIMOO  ·  FOR ZIMBABWE'S AUCTION HOUSES  ·  2026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8229600" y="4846320"/>
            <a:ext cx="5486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7A4F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6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E6D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D4A843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457200"/>
            <a:ext cx="7772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SOLUTION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640080" y="868680"/>
            <a:ext cx="7955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2600" b="1" dirty="0">
                <a:solidFill>
                  <a:srgbClr val="2D1B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You don't get disrupted by digital.</a:t>
            </a:r>
            <a:endParaRPr lang="en-US" sz="26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2600" b="1" dirty="0">
                <a:solidFill>
                  <a:srgbClr val="2D1B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You become the digital floor.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640080" y="1828800"/>
            <a:ext cx="7863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7A4F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Mimoo adds remote and diaspora bidders to your live sale — your brand, your auctioneer, your fees — and settles every win instantly on Paynow.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40080" y="2651760"/>
            <a:ext cx="2606040" cy="1554480"/>
          </a:xfrm>
          <a:prstGeom prst="rect">
            <a:avLst/>
          </a:prstGeom>
          <a:solidFill>
            <a:srgbClr val="FFFFFF"/>
          </a:solidFill>
          <a:ln w="12700">
            <a:solidFill>
              <a:srgbClr val="D4A843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868680" y="2862072"/>
            <a:ext cx="182880" cy="182880"/>
          </a:xfrm>
          <a:prstGeom prst="ellipse">
            <a:avLst/>
          </a:prstGeom>
          <a:solidFill>
            <a:srgbClr val="B85042"/>
          </a:solidFill>
          <a:ln/>
        </p:spPr>
      </p:sp>
      <p:sp>
        <p:nvSpPr>
          <p:cNvPr id="8" name="Text 6"/>
          <p:cNvSpPr/>
          <p:nvPr/>
        </p:nvSpPr>
        <p:spPr>
          <a:xfrm>
            <a:off x="1152144" y="2798064"/>
            <a:ext cx="18928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BRAND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868680" y="3200400"/>
            <a:ext cx="2148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2D1B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White-label. The floor stays yours; Mimoo is the rails behind it. Your book, your buyers, your data — yours alone.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3383280" y="2651760"/>
            <a:ext cx="2606040" cy="1554480"/>
          </a:xfrm>
          <a:prstGeom prst="rect">
            <a:avLst/>
          </a:prstGeom>
          <a:solidFill>
            <a:srgbClr val="FFFFFF"/>
          </a:solidFill>
          <a:ln w="12700">
            <a:solidFill>
              <a:srgbClr val="D4A843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611880" y="2862072"/>
            <a:ext cx="182880" cy="182880"/>
          </a:xfrm>
          <a:prstGeom prst="ellipse">
            <a:avLst/>
          </a:prstGeom>
          <a:solidFill>
            <a:srgbClr val="B85042"/>
          </a:solidFill>
          <a:ln/>
        </p:spPr>
      </p:sp>
      <p:sp>
        <p:nvSpPr>
          <p:cNvPr id="12" name="Text 10"/>
          <p:cNvSpPr/>
          <p:nvPr/>
        </p:nvSpPr>
        <p:spPr>
          <a:xfrm>
            <a:off x="3895344" y="2798064"/>
            <a:ext cx="18928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FLOOR, FULLER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3611880" y="3200400"/>
            <a:ext cx="2148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2D1B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Hybrid: the auctioneer still runs the room; remote bids stream in alongside. More demand, same urgency.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6126480" y="2651760"/>
            <a:ext cx="2606040" cy="1554480"/>
          </a:xfrm>
          <a:prstGeom prst="rect">
            <a:avLst/>
          </a:prstGeom>
          <a:solidFill>
            <a:srgbClr val="FFFFFF"/>
          </a:solidFill>
          <a:ln w="12700">
            <a:solidFill>
              <a:srgbClr val="D4A843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6355080" y="2862072"/>
            <a:ext cx="182880" cy="182880"/>
          </a:xfrm>
          <a:prstGeom prst="ellipse">
            <a:avLst/>
          </a:prstGeom>
          <a:solidFill>
            <a:srgbClr val="B85042"/>
          </a:solidFill>
          <a:ln/>
        </p:spPr>
      </p:sp>
      <p:sp>
        <p:nvSpPr>
          <p:cNvPr id="16" name="Text 14"/>
          <p:cNvSpPr/>
          <p:nvPr/>
        </p:nvSpPr>
        <p:spPr>
          <a:xfrm>
            <a:off x="6638544" y="2798064"/>
            <a:ext cx="18928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PAID INSTANTLY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6355080" y="3200400"/>
            <a:ext cx="2148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2D1B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Wins settle on Paynow; sellers paid to a Paynow ID. No bank details to hold, no custody risk on you.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457200" y="4846320"/>
            <a:ext cx="7315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spc="300" kern="0" dirty="0">
                <a:solidFill>
                  <a:srgbClr val="7A4F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MIMOO  ·  FOR ZIMBABWE'S AUCTION HOUSES  ·  2026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8229600" y="4846320"/>
            <a:ext cx="5486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7A4F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6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E6D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D4A843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457200"/>
            <a:ext cx="7772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IT WORKS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640080" y="868680"/>
            <a:ext cx="7955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2600" b="1" dirty="0">
                <a:solidFill>
                  <a:srgbClr val="2D1B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Live in one sale day. Trusted from the first.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640080" y="1737360"/>
            <a:ext cx="7863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7A4F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self-serve wizard sets you up in minutes. Then the platform does the work across every channel your buyers already use.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40080" y="2377440"/>
            <a:ext cx="502920" cy="502920"/>
          </a:xfrm>
          <a:prstGeom prst="ellipse">
            <a:avLst/>
          </a:prstGeom>
          <a:solidFill>
            <a:srgbClr val="B85042"/>
          </a:solidFill>
          <a:ln/>
        </p:spPr>
      </p:sp>
      <p:sp>
        <p:nvSpPr>
          <p:cNvPr id="7" name="Text 5"/>
          <p:cNvSpPr/>
          <p:nvPr/>
        </p:nvSpPr>
        <p:spPr>
          <a:xfrm>
            <a:off x="640080" y="23774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5E6D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1280160" y="2404872"/>
            <a:ext cx="1965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D1B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List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640080" y="3063240"/>
            <a:ext cx="24688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7A4F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sale catalogue goes digital. The onboarding wizard provisions your branded floor — no engineering, no SQL.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3383280" y="2377440"/>
            <a:ext cx="502920" cy="502920"/>
          </a:xfrm>
          <a:prstGeom prst="ellipse">
            <a:avLst/>
          </a:prstGeom>
          <a:solidFill>
            <a:srgbClr val="B85042"/>
          </a:solidFill>
          <a:ln/>
        </p:spPr>
      </p:sp>
      <p:sp>
        <p:nvSpPr>
          <p:cNvPr id="11" name="Text 9"/>
          <p:cNvSpPr/>
          <p:nvPr/>
        </p:nvSpPr>
        <p:spPr>
          <a:xfrm>
            <a:off x="3383280" y="23774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5E6D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4023360" y="2404872"/>
            <a:ext cx="1965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D1B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Reach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3383280" y="3063240"/>
            <a:ext cx="24688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7A4F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Buyers bid across five channels — web, WhatsApp, USSD, BillPay, Messenger — on any phone, anywhere.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6126480" y="2377440"/>
            <a:ext cx="502920" cy="502920"/>
          </a:xfrm>
          <a:prstGeom prst="ellipse">
            <a:avLst/>
          </a:prstGeom>
          <a:solidFill>
            <a:srgbClr val="B85042"/>
          </a:solidFill>
          <a:ln/>
        </p:spPr>
      </p:sp>
      <p:sp>
        <p:nvSpPr>
          <p:cNvPr id="15" name="Text 13"/>
          <p:cNvSpPr/>
          <p:nvPr/>
        </p:nvSpPr>
        <p:spPr>
          <a:xfrm>
            <a:off x="6126480" y="23774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5E6D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6766560" y="2404872"/>
            <a:ext cx="1965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D1B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Settle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6126480" y="3063240"/>
            <a:ext cx="24688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7A4F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Winning bids clear on Paynow. Sellers are paid; you keep your commission. Cash and no-shows, gone.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640080" y="4187952"/>
            <a:ext cx="7955280" cy="548640"/>
          </a:xfrm>
          <a:prstGeom prst="rect">
            <a:avLst/>
          </a:prstGeom>
          <a:solidFill>
            <a:srgbClr val="2D1B1A"/>
          </a:solidFill>
          <a:ln/>
        </p:spPr>
      </p:sp>
      <p:sp>
        <p:nvSpPr>
          <p:cNvPr id="19" name="Text 17"/>
          <p:cNvSpPr/>
          <p:nvPr/>
        </p:nvSpPr>
        <p:spPr>
          <a:xfrm>
            <a:off x="868680" y="4187952"/>
            <a:ext cx="7498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00" kern="0" dirty="0">
                <a:solidFill>
                  <a:srgbClr val="D4A8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BUILT-IN TRUST    </a:t>
            </a:r>
            <a:pPr indent="0" marL="0">
              <a:buNone/>
            </a:pPr>
            <a:r>
              <a:rPr lang="en-US" sz="1150" dirty="0">
                <a:solidFill>
                  <a:srgbClr val="F5E6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Digital police clearance   ·   Escrow until delivery   ·   Paynow-ID payouts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457200" y="4846320"/>
            <a:ext cx="7315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spc="300" kern="0" dirty="0">
                <a:solidFill>
                  <a:srgbClr val="7A4F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MIMOO  ·  FOR ZIMBABWE'S AUCTION HOUSES  ·  2026</a:t>
            </a:r>
            <a:endParaRPr lang="en-US" sz="800" dirty="0"/>
          </a:p>
        </p:txBody>
      </p:sp>
      <p:sp>
        <p:nvSpPr>
          <p:cNvPr id="21" name="Text 19"/>
          <p:cNvSpPr/>
          <p:nvPr/>
        </p:nvSpPr>
        <p:spPr>
          <a:xfrm>
            <a:off x="8229600" y="4846320"/>
            <a:ext cx="5486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7A4F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6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2D1B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D4A843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566928"/>
            <a:ext cx="5120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D4A8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ASK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640080" y="1143000"/>
            <a:ext cx="50292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3800" b="1" dirty="0">
                <a:solidFill>
                  <a:srgbClr val="F5E6D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One sale day.</a:t>
            </a:r>
            <a:endParaRPr lang="en-US" sz="3800" dirty="0"/>
          </a:p>
          <a:p>
            <a:pPr indent="0" marL="0">
              <a:lnSpc>
                <a:spcPct val="102000"/>
              </a:lnSpc>
              <a:buNone/>
            </a:pPr>
            <a:r>
              <a:rPr lang="en-US" sz="3800" b="1" dirty="0">
                <a:solidFill>
                  <a:srgbClr val="F5E6D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Ninety days.</a:t>
            </a:r>
            <a:endParaRPr lang="en-US" sz="3800" dirty="0"/>
          </a:p>
          <a:p>
            <a:pPr indent="0" marL="0">
              <a:lnSpc>
                <a:spcPct val="102000"/>
              </a:lnSpc>
              <a:buNone/>
            </a:pPr>
            <a:r>
              <a:rPr lang="en-US" sz="3800" b="1" dirty="0">
                <a:solidFill>
                  <a:srgbClr val="F5E6D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No risk.</a:t>
            </a:r>
            <a:endParaRPr lang="en-US" sz="3800" dirty="0"/>
          </a:p>
        </p:txBody>
      </p:sp>
      <p:sp>
        <p:nvSpPr>
          <p:cNvPr id="5" name="Text 3"/>
          <p:cNvSpPr/>
          <p:nvPr/>
        </p:nvSpPr>
        <p:spPr>
          <a:xfrm>
            <a:off x="640080" y="3246120"/>
            <a:ext cx="49377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400" b="1" dirty="0">
                <a:solidFill>
                  <a:srgbClr val="F5E6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a single sale with Mimoo. </a:t>
            </a:r>
            <a:pPr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EADB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Let me show you the bidders you're missing — on your own floor, with your own cattle.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640080" y="4224528"/>
            <a:ext cx="2377440" cy="18288"/>
          </a:xfrm>
          <a:prstGeom prst="rect">
            <a:avLst/>
          </a:prstGeom>
          <a:solidFill>
            <a:srgbClr val="D4A843"/>
          </a:solidFill>
          <a:ln/>
        </p:spPr>
      </p:sp>
      <p:sp>
        <p:nvSpPr>
          <p:cNvPr id="7" name="Text 5"/>
          <p:cNvSpPr/>
          <p:nvPr/>
        </p:nvSpPr>
        <p:spPr>
          <a:xfrm>
            <a:off x="640080" y="4370832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5E6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Tatenda Nyemudzo</a:t>
            </a:r>
            <a:pPr indent="0" marL="0">
              <a:buNone/>
            </a:pPr>
            <a:r>
              <a:rPr lang="en-US" sz="1300" dirty="0">
                <a:solidFill>
                  <a:srgbClr val="D4A8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dev@paynow.co.zw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806440" y="1280160"/>
            <a:ext cx="2788920" cy="2788920"/>
          </a:xfrm>
          <a:prstGeom prst="rect">
            <a:avLst/>
          </a:prstGeom>
          <a:ln w="19050">
            <a:solidFill>
              <a:srgbClr val="D4A843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806440" y="1536192"/>
            <a:ext cx="2788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300" kern="0" dirty="0">
                <a:solidFill>
                  <a:srgbClr val="D4A8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PILOT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5806440" y="1920240"/>
            <a:ext cx="2788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5E6D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US$1,000</a:t>
            </a:r>
            <a:endParaRPr lang="en-US" sz="3800" dirty="0"/>
          </a:p>
        </p:txBody>
      </p:sp>
      <p:sp>
        <p:nvSpPr>
          <p:cNvPr id="11" name="Text 9"/>
          <p:cNvSpPr/>
          <p:nvPr/>
        </p:nvSpPr>
        <p:spPr>
          <a:xfrm>
            <a:off x="5806440" y="2578608"/>
            <a:ext cx="2788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D4A84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to start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6858000" y="3035808"/>
            <a:ext cx="685800" cy="18288"/>
          </a:xfrm>
          <a:prstGeom prst="rect">
            <a:avLst/>
          </a:prstGeom>
          <a:solidFill>
            <a:srgbClr val="D4A843"/>
          </a:solidFill>
          <a:ln/>
        </p:spPr>
      </p:sp>
      <p:sp>
        <p:nvSpPr>
          <p:cNvPr id="13" name="Text 11"/>
          <p:cNvSpPr/>
          <p:nvPr/>
        </p:nvSpPr>
        <p:spPr>
          <a:xfrm>
            <a:off x="6035040" y="3200400"/>
            <a:ext cx="2331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ADB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Credited to your contract the day you sign on — a converting house never pays twice.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640080" y="4617720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300" kern="0" dirty="0">
                <a:solidFill>
                  <a:srgbClr val="D4A8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MIMOO  ·  LIVESTOCK AUCTIONS, SETTLED ON PAYNOW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Mimoo — Pitch to Auction Houses</dc:title>
  <dc:subject>PptxGenJS Presentation</dc:subject>
  <dc:creator>Tatenda Nyemudzo</dc:creator>
  <cp:lastModifiedBy>Tatenda Nyemudzo</cp:lastModifiedBy>
  <cp:revision>1</cp:revision>
  <dcterms:created xsi:type="dcterms:W3CDTF">2026-06-08T14:13:02Z</dcterms:created>
  <dcterms:modified xsi:type="dcterms:W3CDTF">2026-06-08T14:13:02Z</dcterms:modified>
</cp:coreProperties>
</file>