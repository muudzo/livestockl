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1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MIMOO  ·  LIVESTOCK AUCTIONS, SETTLED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078992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7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 father loves cattle.</a:t>
            </a:r>
            <a:endParaRPr lang="en-US" sz="37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7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 just can't get to the auction.</a:t>
            </a:r>
            <a:endParaRPr lang="en-US" sz="3700" dirty="0"/>
          </a:p>
        </p:txBody>
      </p:sp>
      <p:sp>
        <p:nvSpPr>
          <p:cNvPr id="5" name="Text 3"/>
          <p:cNvSpPr/>
          <p:nvPr/>
        </p:nvSpPr>
        <p:spPr>
          <a:xfrm>
            <a:off x="640080" y="267004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5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He's a Director of Finance at the Reserve Bank. His heart is in the herd — but he's never free on a sale-day Tuesday. So he buys blind on WhatsApp, and overpays.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3419856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EADB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are thousands like him — doctors, engineers, civil servants, the diaspora. People with the money and the love for cattle, kept out by one thing: they can't be in the room.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4297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 isn't the exception. He's where your buyers are going.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D1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7548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CHANGING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7955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people who want your cattle</a:t>
            </a:r>
            <a:endParaRPr lang="en-US" sz="29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aren't standing in the pen anymore.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251460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EADB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They're in Harare offices. In Bulawayo. In Joburg and London. They have the money and the appetite — and a phone. The next generation of buyers grew up on EcoCash.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640080" y="352044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b="1" i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Zimbabwe already moved its money onto the phone. The auction floor is one of the last rooms that still runs on cash and presence — and the trade is quietly leaving it.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4846320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MIMOO  ·  FOR ZIMBABWE'S AUCTION HOUSES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4632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8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D1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7548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WINNERS &amp; LOSERS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6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trade doesn't wait. It routes around you.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US$480,000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658368" y="2542032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ADB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year already leaving an anchor floor for WhatsApp groups — unsettled, unverified, at lower prices. That demand doesn't disappear. It just stops being yours.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91440" cy="4572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33756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b="1" dirty="0">
                <a:solidFill>
                  <a:srgbClr val="F5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floor.  </a:t>
            </a:r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bidder pool, higher hammer prices, money the same day. You become the regional hub.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4041648"/>
            <a:ext cx="91440" cy="45720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995928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b="1" dirty="0">
                <a:solidFill>
                  <a:srgbClr val="F5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cash-only.  </a:t>
            </a:r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buyers who moved on don't come back. The crowd thins, the prices soften, the trade goes elsewhere.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846320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MIMOO  ·  FOR ZIMBABWE'S AUCTION HOUSES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484632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8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7548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GOES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6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auction — with the whole country in the room.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Picture your next sale day. The pen is full — and so is the line of bidders you can't see: the doctor in Harare, the son in Joburg, the farmer two provinces over, all raising their hands in real time.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154680"/>
            <a:ext cx="91440" cy="114300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320040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i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hammer falls higher. The money lands before the truck leaves the gate. And it is still your floor, your auctioneer, your name on the sale.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4846320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MIMOO  ·  FOR ZIMBABWE'S AUCTION HOUSES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229600" y="484632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8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7548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  vs.   WITH MIMOO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6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auction. Bigger room.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3703320" cy="2788920"/>
          </a:xfrm>
          <a:prstGeom prst="rect">
            <a:avLst/>
          </a:prstGeom>
          <a:solidFill>
            <a:srgbClr val="E7D7C1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659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237744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35000"/>
              </a:lnSpc>
              <a:spcAft>
                <a:spcPts val="600"/>
              </a:spcAft>
              <a:buSzPct val="100000"/>
              <a:buChar char="—"/>
            </a:pPr>
            <a:r>
              <a:rPr lang="en-US" sz="14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buyers in the pen</a:t>
            </a:r>
            <a:endParaRPr lang="en-US" sz="1400" dirty="0"/>
          </a:p>
          <a:p>
            <a:pPr marL="203200" indent="-203200">
              <a:lnSpc>
                <a:spcPct val="135000"/>
              </a:lnSpc>
              <a:spcAft>
                <a:spcPts val="600"/>
              </a:spcAft>
              <a:buSzPct val="100000"/>
              <a:buChar char="—"/>
            </a:pPr>
            <a:r>
              <a:rPr lang="en-US" sz="14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Cash, IOUs, no-shows</a:t>
            </a:r>
            <a:endParaRPr lang="en-US" sz="1400" dirty="0"/>
          </a:p>
          <a:p>
            <a:pPr marL="203200" indent="-203200">
              <a:lnSpc>
                <a:spcPct val="135000"/>
              </a:lnSpc>
              <a:spcAft>
                <a:spcPts val="600"/>
              </a:spcAft>
              <a:buSzPct val="100000"/>
              <a:buChar char="—"/>
            </a:pPr>
            <a:r>
              <a:rPr lang="en-US" sz="14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Sellers paid days later</a:t>
            </a:r>
            <a:endParaRPr lang="en-US" sz="1400" dirty="0"/>
          </a:p>
          <a:p>
            <a:pPr marL="203200" indent="-203200">
              <a:lnSpc>
                <a:spcPct val="135000"/>
              </a:lnSpc>
              <a:spcAft>
                <a:spcPts val="600"/>
              </a:spcAft>
              <a:buSzPct val="100000"/>
              <a:buChar char="—"/>
            </a:pPr>
            <a:r>
              <a:rPr lang="en-US" sz="14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Buyers you'll never reach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0" y="1783080"/>
            <a:ext cx="4023360" cy="2788920"/>
          </a:xfrm>
          <a:prstGeom prst="rect">
            <a:avLst/>
          </a:prstGeom>
          <a:solidFill>
            <a:srgbClr val="2D1B1A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0" y="1783080"/>
            <a:ext cx="82296" cy="2788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19659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MIMOO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46320" y="2377440"/>
            <a:ext cx="3520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ct val="130000"/>
              </a:lnSpc>
              <a:spcAft>
                <a:spcPts val="600"/>
              </a:spcAft>
              <a:buSzPct val="100000"/>
              <a:buChar char="✓"/>
            </a:pPr>
            <a:r>
              <a:rPr lang="en-US" sz="1400" dirty="0">
                <a:solidFill>
                  <a:srgbClr val="F5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Bidders on five channels — web, WhatsApp, USSD, any phone</a:t>
            </a:r>
            <a:endParaRPr lang="en-US" sz="1400" dirty="0"/>
          </a:p>
          <a:p>
            <a:pPr marL="228600" indent="-228600">
              <a:lnSpc>
                <a:spcPct val="130000"/>
              </a:lnSpc>
              <a:spcAft>
                <a:spcPts val="600"/>
              </a:spcAft>
              <a:buSzPct val="100000"/>
              <a:buChar char="✓"/>
            </a:pPr>
            <a:r>
              <a:rPr lang="en-US" sz="1400" dirty="0">
                <a:solidFill>
                  <a:srgbClr val="F5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Settled on Paynow before the truck leaves</a:t>
            </a:r>
            <a:endParaRPr lang="en-US" sz="1400" dirty="0"/>
          </a:p>
          <a:p>
            <a:pPr marL="228600" indent="-228600">
              <a:lnSpc>
                <a:spcPct val="130000"/>
              </a:lnSpc>
              <a:spcAft>
                <a:spcPts val="600"/>
              </a:spcAft>
              <a:buSzPct val="100000"/>
              <a:buChar char="✓"/>
            </a:pPr>
            <a:r>
              <a:rPr lang="en-US" sz="1400" dirty="0">
                <a:solidFill>
                  <a:srgbClr val="F5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&amp; diaspora buyers in the room</a:t>
            </a:r>
            <a:endParaRPr lang="en-US" sz="1400" dirty="0"/>
          </a:p>
          <a:p>
            <a:pPr marL="228600" indent="-228600">
              <a:lnSpc>
                <a:spcPct val="130000"/>
              </a:lnSpc>
              <a:spcAft>
                <a:spcPts val="600"/>
              </a:spcAft>
              <a:buSzPct val="100000"/>
              <a:buChar char="✓"/>
            </a:pPr>
            <a:r>
              <a:rPr lang="en-US" sz="1400" dirty="0">
                <a:solidFill>
                  <a:srgbClr val="F5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buyers, escrow, digital clearance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4846320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MIMOO  ·  FOR ZIMBABWE'S AUCTION HOUSES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229600" y="484632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8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7548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YOU CAN TRUST IT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6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on the rails your buyers already trust.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thinking: </a:t>
            </a:r>
            <a:pPr indent="0" marL="0">
              <a:buNone/>
            </a:pPr>
            <a:r>
              <a:rPr lang="en-US" sz="140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buyers don't trust apps — and I'm not handing my floor to a stranger.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322576"/>
            <a:ext cx="182880" cy="18288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860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settles on Paynow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977640" y="2286000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cent clears on Paynow — the name Zimbabwe already pays with. We never hold your money or your buyers' details.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090672"/>
            <a:ext cx="182880" cy="18288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3054096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It's real, not a slide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977640" y="3054096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platform, built and tested on real auction floors — five live channels, settlement running today.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858768"/>
            <a:ext cx="182880" cy="18288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3822192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You're a founder, not a guinea pig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977640" y="3822192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I'm building this with a handful of respected houses. Yours is the kind of name the rest of the market follows.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MIMOO  ·  FOR ZIMBABWE'S AUCTION HOUSES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484632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8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7548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6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 one sale day on it. Keep only what works.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502920" cy="5029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280160" y="185623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 up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2514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branded floor, live in a week. No engineering, no disruption to how you run the room.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83280" y="1828800"/>
            <a:ext cx="502920" cy="5029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/>
          <p:nvPr/>
        </p:nvSpPr>
        <p:spPr>
          <a:xfrm>
            <a:off x="338328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023360" y="185623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 one sale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383280" y="2514600"/>
            <a:ext cx="2514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stand beside you for a single sale day and switch the digital bidders on — side by side.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0" y="1828800"/>
            <a:ext cx="502920" cy="5029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4" name="Text 12"/>
          <p:cNvSpPr/>
          <p:nvPr/>
        </p:nvSpPr>
        <p:spPr>
          <a:xfrm>
            <a:off x="612648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766560" y="185623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Decide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126480" y="2514600"/>
            <a:ext cx="2514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see the bidders you were missing, then choose. Walk away any time — no lock-in.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3931920"/>
            <a:ext cx="7955280" cy="658368"/>
          </a:xfrm>
          <a:prstGeom prst="rect">
            <a:avLst/>
          </a:prstGeom>
          <a:solidFill>
            <a:srgbClr val="2D1B1A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3931920"/>
            <a:ext cx="7543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TERMS   </a:t>
            </a:r>
            <a:pPr indent="0" marL="0">
              <a:buNone/>
            </a:pPr>
            <a:r>
              <a:rPr lang="en-US" sz="1200" dirty="0">
                <a:solidFill>
                  <a:srgbClr val="F5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US$1,000 to start, credited on sign-on  ·  90 days  ·  no lock-in  ·  founding houses only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4846320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MIMOO  ·  FOR ZIMBABWE'S AUCTION HOUSES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4632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8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D1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6692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7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 me show you —</a:t>
            </a:r>
            <a:endParaRPr lang="en-US" sz="37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7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 your next sale.</a:t>
            </a:r>
            <a:endParaRPr lang="en-US" sz="3700" dirty="0"/>
          </a:p>
        </p:txBody>
      </p:sp>
      <p:sp>
        <p:nvSpPr>
          <p:cNvPr id="5" name="Text 3"/>
          <p:cNvSpPr/>
          <p:nvPr/>
        </p:nvSpPr>
        <p:spPr>
          <a:xfrm>
            <a:off x="640080" y="2880360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EADB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the founding pilot. Or just let me stand at your next auction and show you the hands going up from three provinces away — no commitment.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395020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 father would be one of them.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5720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Tatenda Nyemudzo</a:t>
            </a:r>
            <a:pPr indent="0" marL="0">
              <a:buNone/>
            </a:pPr>
            <a:r>
              <a:rPr lang="en-US" sz="125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dev@paynow.co.zw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806440" y="1280160"/>
            <a:ext cx="2788920" cy="2788920"/>
          </a:xfrm>
          <a:prstGeom prst="rect">
            <a:avLst/>
          </a:prstGeom>
          <a:ln w="19050">
            <a:solidFill>
              <a:srgbClr val="D4A84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06440" y="1517904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FOUNDING PILOT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806440" y="1901952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US$1,000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5806440" y="256032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start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0" y="3017520"/>
            <a:ext cx="685800" cy="18288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3" name="Text 11"/>
          <p:cNvSpPr/>
          <p:nvPr/>
        </p:nvSpPr>
        <p:spPr>
          <a:xfrm>
            <a:off x="6035040" y="32004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ADB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sale day. 90 days. No lock-in. Credited when you sign on.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Mimoo — Sales Pitch to Auction Houses</dc:title>
  <dc:subject>PptxGenJS Presentation</dc:subject>
  <dc:creator>Tatenda Nyemudzo</dc:creator>
  <cp:lastModifiedBy>Tatenda Nyemudzo</cp:lastModifiedBy>
  <cp:revision>1</cp:revision>
  <dcterms:created xsi:type="dcterms:W3CDTF">2026-06-10T06:44:28Z</dcterms:created>
  <dcterms:modified xsi:type="dcterms:W3CDTF">2026-06-10T06:44:28Z</dcterms:modified>
</cp:coreProperties>
</file>